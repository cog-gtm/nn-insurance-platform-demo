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title, subtitle and presenter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content slide. Duplicate this slide for each new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234440" cy="12161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7432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36576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E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one-line description of the topic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43434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  |  Team  |  Month YYYY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082735" y="3749040"/>
            <a:ext cx="4389120" cy="4389120"/>
          </a:xfrm>
          <a:prstGeom prst="ellipse">
            <a:avLst/>
          </a:prstGeom>
          <a:solidFill>
            <a:srgbClr val="EE7F00">
              <a:alpha val="8000"/>
            </a:srgbClr>
          </a:solidFill>
          <a:ln w="12700">
            <a:solidFill>
              <a:srgbClr val="EE7F0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362895" y="5029200"/>
            <a:ext cx="3108960" cy="3108960"/>
          </a:xfrm>
          <a:prstGeom prst="ellipse">
            <a:avLst/>
          </a:prstGeom>
          <a:solidFill>
            <a:srgbClr val="EE7F00">
              <a:alpha val="16000"/>
            </a:srgbClr>
          </a:solidFill>
          <a:ln w="12700">
            <a:solidFill>
              <a:srgbClr val="EE7F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7F00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65288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Nationale-Nederlanden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384048"/>
            <a:ext cx="56692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 goes here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115568"/>
            <a:ext cx="10911535" cy="18288"/>
          </a:xfrm>
          <a:prstGeom prst="rect">
            <a:avLst/>
          </a:prstGeom>
          <a:solidFill>
            <a:srgbClr val="E3E5E7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header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 — keep it to one idea per line.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 with the detail that matters.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supporting point, replaced per slide.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E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paragraph. Use this area for narrative text where bullets are the wrong shape for the content. Left-aligned, 14–16pt, plenty of white space.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0" y="1417320"/>
            <a:ext cx="3749040" cy="4343400"/>
          </a:xfrm>
          <a:prstGeom prst="roundRect">
            <a:avLst>
              <a:gd name="adj" fmla="val 1951"/>
            </a:avLst>
          </a:prstGeom>
          <a:solidFill>
            <a:srgbClr val="FDF4EA"/>
          </a:solidFill>
          <a:ln w="12700">
            <a:solidFill>
              <a:srgbClr val="F5DC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8092440" y="3017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label for the figure above, or a supporting quote.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E7F00"/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E3520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65288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Nationale-Nederlanden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65215" y="65288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 Presentation Template</dc:title>
  <dc:subject>PptxGenJS Presentation</dc:subject>
  <dc:creator>Nationale-Nederlanden</dc:creator>
  <cp:lastModifiedBy>Nationale-Nederlanden</cp:lastModifiedBy>
  <cp:revision>1</cp:revision>
  <dcterms:created xsi:type="dcterms:W3CDTF">2026-08-28T10:00:48Z</dcterms:created>
  <dcterms:modified xsi:type="dcterms:W3CDTF">2026-08-28T10:00:48Z</dcterms:modified>
</cp:coreProperties>
</file>